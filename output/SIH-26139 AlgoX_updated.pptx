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a HG" userId="3aa3d9791801d7d8" providerId="LiveId" clId="{4D6F1DDD-D0EA-4C62-9FF9-B493627896F1}"/>
    <pc:docChg chg="undo custSel modSld">
      <pc:chgData name="Pavana HG" userId="3aa3d9791801d7d8" providerId="LiveId" clId="{4D6F1DDD-D0EA-4C62-9FF9-B493627896F1}" dt="2026-09-28T13:22:03.650" v="65" actId="1076"/>
      <pc:docMkLst>
        <pc:docMk/>
      </pc:docMkLst>
      <pc:sldChg chg="addSp delSp modSp mod">
        <pc:chgData name="Pavana HG" userId="3aa3d9791801d7d8" providerId="LiveId" clId="{4D6F1DDD-D0EA-4C62-9FF9-B493627896F1}" dt="2026-09-28T13:15:19.995" v="4" actId="1076"/>
        <pc:sldMkLst>
          <pc:docMk/>
          <pc:sldMk cId="3753387913" sldId="259"/>
        </pc:sldMkLst>
        <pc:picChg chg="add mod">
          <ac:chgData name="Pavana HG" userId="3aa3d9791801d7d8" providerId="LiveId" clId="{4D6F1DDD-D0EA-4C62-9FF9-B493627896F1}" dt="2026-09-28T13:15:19.995" v="4" actId="1076"/>
          <ac:picMkLst>
            <pc:docMk/>
            <pc:sldMk cId="3753387913" sldId="259"/>
            <ac:picMk id="3" creationId="{F2C526D5-676E-BFF5-6DD5-206B2C71CCA9}"/>
          </ac:picMkLst>
        </pc:picChg>
        <pc:picChg chg="del mod">
          <ac:chgData name="Pavana HG" userId="3aa3d9791801d7d8" providerId="LiveId" clId="{4D6F1DDD-D0EA-4C62-9FF9-B493627896F1}" dt="2026-09-28T13:15:08.588" v="2" actId="478"/>
          <ac:picMkLst>
            <pc:docMk/>
            <pc:sldMk cId="3753387913" sldId="259"/>
            <ac:picMk id="17426" creationId="{00000000-0000-0000-0000-000000000000}"/>
          </ac:picMkLst>
        </pc:picChg>
      </pc:sldChg>
      <pc:sldChg chg="addSp delSp modSp mod">
        <pc:chgData name="Pavana HG" userId="3aa3d9791801d7d8" providerId="LiveId" clId="{4D6F1DDD-D0EA-4C62-9FF9-B493627896F1}" dt="2026-09-28T13:18:44.920" v="57" actId="1076"/>
        <pc:sldMkLst>
          <pc:docMk/>
          <pc:sldMk cId="2432326809" sldId="260"/>
        </pc:sldMkLst>
        <pc:picChg chg="add mod">
          <ac:chgData name="Pavana HG" userId="3aa3d9791801d7d8" providerId="LiveId" clId="{4D6F1DDD-D0EA-4C62-9FF9-B493627896F1}" dt="2026-09-28T13:18:19.467" v="49" actId="1076"/>
          <ac:picMkLst>
            <pc:docMk/>
            <pc:sldMk cId="2432326809" sldId="260"/>
            <ac:picMk id="4" creationId="{DCABBD67-F6E3-B7F3-2BCF-F3477B8A51AF}"/>
          </ac:picMkLst>
        </pc:picChg>
        <pc:picChg chg="add mod">
          <ac:chgData name="Pavana HG" userId="3aa3d9791801d7d8" providerId="LiveId" clId="{4D6F1DDD-D0EA-4C62-9FF9-B493627896F1}" dt="2026-09-28T13:18:24.076" v="51" actId="1076"/>
          <ac:picMkLst>
            <pc:docMk/>
            <pc:sldMk cId="2432326809" sldId="260"/>
            <ac:picMk id="8" creationId="{8270B355-AE9E-78C4-7A52-B3B335FF764C}"/>
          </ac:picMkLst>
        </pc:picChg>
        <pc:picChg chg="add mod">
          <ac:chgData name="Pavana HG" userId="3aa3d9791801d7d8" providerId="LiveId" clId="{4D6F1DDD-D0EA-4C62-9FF9-B493627896F1}" dt="2026-09-28T13:18:44.920" v="57" actId="1076"/>
          <ac:picMkLst>
            <pc:docMk/>
            <pc:sldMk cId="2432326809" sldId="260"/>
            <ac:picMk id="11" creationId="{0EAF9033-7940-87F7-79E8-0E58780EF6C6}"/>
          </ac:picMkLst>
        </pc:picChg>
        <pc:picChg chg="del mod">
          <ac:chgData name="Pavana HG" userId="3aa3d9791801d7d8" providerId="LiveId" clId="{4D6F1DDD-D0EA-4C62-9FF9-B493627896F1}" dt="2026-09-28T13:16:34.443" v="21" actId="478"/>
          <ac:picMkLst>
            <pc:docMk/>
            <pc:sldMk cId="2432326809" sldId="260"/>
            <ac:picMk id="17424" creationId="{00000000-0000-0000-0000-000000000000}"/>
          </ac:picMkLst>
        </pc:picChg>
        <pc:picChg chg="del mod">
          <ac:chgData name="Pavana HG" userId="3aa3d9791801d7d8" providerId="LiveId" clId="{4D6F1DDD-D0EA-4C62-9FF9-B493627896F1}" dt="2026-09-28T13:16:35.773" v="22" actId="478"/>
          <ac:picMkLst>
            <pc:docMk/>
            <pc:sldMk cId="2432326809" sldId="260"/>
            <ac:picMk id="17425" creationId="{00000000-0000-0000-0000-000000000000}"/>
          </ac:picMkLst>
        </pc:picChg>
        <pc:picChg chg="del mod">
          <ac:chgData name="Pavana HG" userId="3aa3d9791801d7d8" providerId="LiveId" clId="{4D6F1DDD-D0EA-4C62-9FF9-B493627896F1}" dt="2026-09-28T13:16:32.976" v="20" actId="478"/>
          <ac:picMkLst>
            <pc:docMk/>
            <pc:sldMk cId="2432326809" sldId="260"/>
            <ac:picMk id="17426" creationId="{00000000-0000-0000-0000-000000000000}"/>
          </ac:picMkLst>
        </pc:picChg>
        <pc:picChg chg="mod">
          <ac:chgData name="Pavana HG" userId="3aa3d9791801d7d8" providerId="LiveId" clId="{4D6F1DDD-D0EA-4C62-9FF9-B493627896F1}" dt="2026-09-28T13:18:27.287" v="52" actId="1076"/>
          <ac:picMkLst>
            <pc:docMk/>
            <pc:sldMk cId="2432326809" sldId="260"/>
            <ac:picMk id="17427" creationId="{00000000-0000-0000-0000-000000000000}"/>
          </ac:picMkLst>
        </pc:picChg>
      </pc:sldChg>
      <pc:sldChg chg="addSp delSp modSp mod">
        <pc:chgData name="Pavana HG" userId="3aa3d9791801d7d8" providerId="LiveId" clId="{4D6F1DDD-D0EA-4C62-9FF9-B493627896F1}" dt="2026-09-28T13:22:03.650" v="65" actId="1076"/>
        <pc:sldMkLst>
          <pc:docMk/>
          <pc:sldMk cId="2432326809" sldId="261"/>
        </pc:sldMkLst>
        <pc:picChg chg="add mod">
          <ac:chgData name="Pavana HG" userId="3aa3d9791801d7d8" providerId="LiveId" clId="{4D6F1DDD-D0EA-4C62-9FF9-B493627896F1}" dt="2026-09-28T13:22:03.650" v="65" actId="1076"/>
          <ac:picMkLst>
            <pc:docMk/>
            <pc:sldMk cId="2432326809" sldId="261"/>
            <ac:picMk id="3" creationId="{05F75261-F06D-4D80-93E9-19BC19EC819C}"/>
          </ac:picMkLst>
        </pc:picChg>
        <pc:picChg chg="del">
          <ac:chgData name="Pavana HG" userId="3aa3d9791801d7d8" providerId="LiveId" clId="{4D6F1DDD-D0EA-4C62-9FF9-B493627896F1}" dt="2026-09-28T13:21:47.626" v="58" actId="478"/>
          <ac:picMkLst>
            <pc:docMk/>
            <pc:sldMk cId="2432326809" sldId="261"/>
            <ac:picMk id="1742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3A41-0BD1-4987-A034-4A9EC4465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8136C-6EE9-4213-95A0-1CF45B309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AC365-FC90-4822-B780-D2EE65C5AB2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60792E3-D524-454C-8AFD-A91972900BCB}" type="datetime1">
              <a:t>9/28/2026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3B4E0-7FB7-4447-93F3-B3C0009525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CA742-D66C-4753-B800-7569CA42DA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5B7E1BAA-A38D-40DE-B22C-DF9BD7D820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E3A4F-A4FD-45B0-BFC1-216F7A8CA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B2053-6676-4DA2-B0C6-B41AF63B6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5D9DD-C0FF-493C-BEE1-46C7D78462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08B7524-32A2-4C20-A58C-BC3BAA1042FC}" type="datetime1">
              <a:t>9/28/2026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D5237-0A54-4BC1-9121-F30453E372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F1E59-C9ED-4D4C-9B1C-074964E4FC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77C3CE7-23F7-4828-823C-E0205DF2C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1441F-C877-4652-8EB7-617039F6D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53FAB-9E1B-44D1-9EAE-5FEC4405D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82097-8EDF-407B-802A-A2FEC62CE5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E994447-D6B2-43BB-A877-57F1A267B999}" type="datetime1">
              <a:t>9/28/2026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2FBC9-2054-4802-A802-7ABC046E2B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DFA0-865F-4C7E-8E2C-0CE5EA58C5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41DB31D2-2A87-4F4C-A9AD-05C6CC2B321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CC1F-7ECE-4219-A217-35FA75A4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1A9F-3ACE-40A4-8DAA-013834267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4695F-C022-4C5C-BAC6-F2513F7ED7A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F9124D0-AAE7-4D75-848F-70822FD923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8920E16-BD35-483C-AA6B-346FC7E46DEA}" type="datetime1">
              <a:t>9/28/2026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58484CB-8DA4-4802-AFE9-20766DC0D2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1E2F7E7-D2A8-4BD5-9486-73EDA949F3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1FC16D9-1635-4844-816A-0A8A2160FA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FBFE9-E130-4ECB-85EF-12DB12B3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AFCA6-9A1F-4B68-826E-03A8A6103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6B9F8-33BC-4002-9531-94E083350DD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172715-5C12-4C7D-97AA-FCA3FF58232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BD49D-0711-4702-95F8-ADD12C77C54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0A18D80-5CFF-4162-85A8-822BFFDAF7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EAC6F8-5103-4FC0-A69E-5C6AE6469DA8}" type="datetime1">
              <a:t>9/28/2026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09CCD31-F691-497A-B251-976C4D0270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5B15A27-D465-4086-9763-830F405EF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1C4100A-98DE-4944-910A-A93F5CA9F7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59BBA-87AC-48AA-9051-C16C74944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F869509-1980-44D8-AEA2-E1EB621E3BD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60C6921-0627-4C8F-83D5-0CF936D2FFDD}" type="datetime1">
              <a:t>9/28/2026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604D7F-05B2-4823-91C5-B43788BD2D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F3A672D-C280-47CD-951D-D268D64267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A63342B-5A73-45DC-864D-086DE78037E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C2BE8AC-C8E9-4171-A84E-26C17245CB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F08AD7-8103-40F8-983C-E2BA6BB9CBE0}" type="datetime1">
              <a:t>9/28/2026</a:t>
            </a:fld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6EDFD46-4EBA-4AC1-9158-7781CB9477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793143A-3C45-4F07-92C0-796A82CA6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B635AFB3-1ACD-44AC-8702-86B1729DF03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F66F9-2E12-4DBC-8435-9DE9BA231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DE6C4-AAF8-432A-8656-46076122D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EF0D3-A132-4500-A5B4-69A37102DDC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3FB378D-EFB0-4268-9DB6-6C4D86621E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DF8C06B4-9380-4A4D-AF49-A3596E17DAF5}" type="datetime1">
              <a:t>9/28/2026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2FB9709-69DC-4D4C-8DAF-A312280760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F45416C-A2F6-41AE-8B4C-A4DD852405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CF15F3-5E77-4C57-9E21-50D6D1D6C02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6449F-E428-49E9-B36B-DA5CCB6E6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3868A6-17F5-411C-86B9-01E573AE8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BDA0C-E0B7-4756-80E5-5BF6F3E1743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611EA9F-5404-40AB-B9B3-47321BBA78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F7FDEF1-C582-4E22-9E77-D68326471F28}" type="datetime1">
              <a:t>9/28/2026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2181002-4BA6-4DE7-9D2A-5B4F23FAF7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7A8D75-EA1C-4D19-8818-FFE2F1EB96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242169A-B3C7-4FB6-967F-AF95F4EB33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5137A-CD61-4391-8204-EF345D739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944A0-DC55-48FB-B5B6-E332DB9FF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CEBEC-7BBB-4705-AF88-7E7EFC0622F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3C3A68-6922-42D3-8905-ECC2D82A3469}" type="datetime1">
              <a:t>9/28/2026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F6C43-87DB-4396-9646-467559C517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912FD-027A-4400-BFDB-C8B43A4585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94FDD027-5576-4F27-AAB6-1D994836EE7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94FA50-F849-4C6E-85BF-396160057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DD8B0-CB1D-427E-9B1A-BAB37FA8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76267-24C5-4886-8E76-E4F6CD8D26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B69E9F4-7604-4950-A8B2-8ACDEDB1506E}" type="datetime1">
              <a:t>9/28/2026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3371D-5705-44E7-95B6-69C5121F7F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BB78D-6867-4EBE-8CA9-DF99344276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957CE61-8714-431B-A40A-01B1C5541AB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23A149EA-C9F4-44AE-AF0E-5318B6658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3570BB8-EA3A-4034-BBEA-1C7CEA75D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48240-D8CC-4254-968F-98E605DF3F6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780A9602-A9A9-453F-AEF1-37B5837E02CD}" type="datetime1">
              <a:t>9/28/2026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D2C00-9323-4580-A43B-30FC56A68B8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8D372-6E40-4B0F-8C28-C6F3D991029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github.com/7pavana/SIH-AlgoX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noGrp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43" name="Picture 4"/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EA4079F-5A65-4257-A68D-2706C03D0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964099" cy="1546971"/>
          </a:xfrm>
        </p:spPr>
        <p:txBody>
          <a:bodyPr/>
          <a:lstStyle/>
          <a:p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65E226-4C31-4E0E-ABD3-8906394D219B}"/>
              </a:ext>
            </a:extLst>
          </p:cNvPr>
          <p:cNvSpPr>
            <a:spLocks noGrp="1"/>
          </p:cNvSpPr>
          <p:nvPr/>
        </p:nvSpPr>
        <p:spPr>
          <a:xfrm>
            <a:off x="444500" y="1500"/>
            <a:ext cx="6410391" cy="634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endParaRPr/>
          </a:p>
          <a:p>
            <a:endParaRPr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ID </a:t>
            </a:r>
            <a:r>
              <a:rPr sz="24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–  </a:t>
            </a:r>
            <a:r>
              <a:rPr sz="2400">
                <a:solidFill>
                  <a:schemeClr val="tx2"/>
                </a:solidFill>
              </a:rPr>
              <a:t>SIH26139</a:t>
            </a: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Title- </a:t>
            </a:r>
            <a:r>
              <a:rPr sz="2400">
                <a:solidFill>
                  <a:schemeClr val="tx2"/>
                </a:solidFill>
              </a:rPr>
              <a:t>Hybrid Quantum Machine Learning Platform for Early Disease Detection .</a:t>
            </a:r>
            <a:endParaRPr sz="24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Theme- </a:t>
            </a:r>
            <a:r>
              <a:rPr sz="2400">
                <a:solidFill>
                  <a:schemeClr val="tx2"/>
                </a:solidFill>
              </a:rPr>
              <a:t>HealthTech</a:t>
            </a:r>
            <a:endParaRPr sz="24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Category- </a:t>
            </a:r>
            <a:r>
              <a:rPr sz="2400">
                <a:solidFill>
                  <a:schemeClr val="tx2"/>
                </a:solidFill>
                <a:latin typeface="Arial"/>
                <a:ea typeface="Arial"/>
                <a:cs typeface="Arial"/>
              </a:rPr>
              <a:t>Software</a:t>
            </a:r>
          </a:p>
          <a:p>
            <a:pPr marL="285750" indent="-285750" algn="just">
              <a:lnSpc>
                <a:spcPct val="1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ID-</a:t>
            </a:r>
            <a:r>
              <a:rPr sz="2400">
                <a:solidFill>
                  <a:schemeClr val="tx2"/>
                </a:solidFill>
                <a:latin typeface="+mj-lt"/>
                <a:ea typeface="+mj-lt"/>
                <a:cs typeface="+mj-lt"/>
              </a:rPr>
              <a:t>178234</a:t>
            </a:r>
            <a:endParaRPr sz="2400" b="1">
              <a:solidFill>
                <a:schemeClr val="tx2"/>
              </a:solidFill>
              <a:latin typeface="+mj-lt"/>
              <a:ea typeface="+mj-lt"/>
              <a:cs typeface="+mj-lt"/>
            </a:endParaRP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Name- </a:t>
            </a:r>
            <a:r>
              <a:rPr sz="2400">
                <a:solidFill>
                  <a:schemeClr val="tx2"/>
                </a:solidFill>
                <a:latin typeface="Arial"/>
                <a:ea typeface="Arial"/>
                <a:cs typeface="Arial"/>
              </a:rPr>
              <a:t>AlgoX</a:t>
            </a:r>
          </a:p>
        </p:txBody>
      </p:sp>
      <p:pic>
        <p:nvPicPr>
          <p:cNvPr id="46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7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7110" y="5142117"/>
            <a:ext cx="1280796" cy="122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09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C35D727-B6EA-43C9-B214-92ABB66D720A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24EA1CD0-458B-4CB6-8A70-125A14E68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731"/>
            <a:ext cx="10317598" cy="133352"/>
          </a:xfrm>
        </p:spPr>
        <p:txBody>
          <a:bodyPr/>
          <a:lstStyle/>
          <a:p>
            <a:pPr>
              <a:buNone/>
            </a:pPr>
            <a:br/>
            <a:r>
              <a:rPr sz="4000">
                <a:solidFill>
                  <a:schemeClr val="accent1"/>
                </a:solidFill>
              </a:rPr>
              <a:t>MedQure  </a:t>
            </a:r>
            <a:r>
              <a:rPr sz="3600" b="1">
                <a:latin typeface="Times New Roman"/>
                <a:ea typeface="Times New Roman"/>
                <a:cs typeface="Times New Roman"/>
              </a:rPr>
              <a:t>Proposed</a:t>
            </a:r>
            <a:r>
              <a:rPr sz="4000" b="1">
                <a:latin typeface="Times New Roman"/>
                <a:ea typeface="Times New Roman"/>
                <a:cs typeface="Times New Roman"/>
              </a:rPr>
              <a:t> Solution</a:t>
            </a:r>
            <a:br/>
            <a:endParaRPr sz="4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C66A2-20FC-494F-9592-9FCEF6D3F4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615A37D-9264-49E2-9F06-ED5C04C472A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@SIH Idea submission-  Team Algox</a:t>
            </a:r>
          </a:p>
        </p:txBody>
      </p:sp>
      <p:pic>
        <p:nvPicPr>
          <p:cNvPr id="15369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925815"/>
          </a:xfrm>
          <a:prstGeom prst="rect">
            <a:avLst/>
          </a:prstGeom>
        </p:spPr>
      </p:pic>
      <p:pic>
        <p:nvPicPr>
          <p:cNvPr id="15370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00" y="-2"/>
            <a:ext cx="901860" cy="771525"/>
          </a:xfrm>
          <a:prstGeom prst="rect">
            <a:avLst/>
          </a:prstGeom>
        </p:spPr>
      </p:pic>
      <p:pic>
        <p:nvPicPr>
          <p:cNvPr id="1537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2" y="927315"/>
            <a:ext cx="12192000" cy="542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75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35509EBB-FF49-48F6-BB29-5D780C54E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168DD-FA97-4954-AF3A-01793681EA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1095EB7-266F-4768-850E-0B25C6BA719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@SIH Idea submission- Team AlgoX</a:t>
            </a:r>
          </a:p>
        </p:txBody>
      </p:sp>
      <p:pic>
        <p:nvPicPr>
          <p:cNvPr id="17417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946313"/>
          </a:xfrm>
          <a:prstGeom prst="rect">
            <a:avLst/>
          </a:prstGeom>
        </p:spPr>
      </p:pic>
      <p:pic>
        <p:nvPicPr>
          <p:cNvPr id="17418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00" y="-2"/>
            <a:ext cx="901860" cy="771525"/>
          </a:xfrm>
          <a:prstGeom prst="rect">
            <a:avLst/>
          </a:prstGeom>
        </p:spPr>
      </p:pic>
      <p:pic>
        <p:nvPicPr>
          <p:cNvPr id="17419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947812"/>
            <a:ext cx="12192000" cy="535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417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47EA91EC-80D5-4091-841D-AFDAF37F6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BDBE8-26BA-4D7D-BCFC-79210056F2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D01441-A071-48D0-BA7F-DB2931990CD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</a:t>
            </a:r>
            <a:r>
              <a:rPr>
                <a:solidFill>
                  <a:prstClr val="white"/>
                </a:solidFill>
              </a:rPr>
              <a:t>eam 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24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25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00" y="-2"/>
            <a:ext cx="901860" cy="771525"/>
          </a:xfrm>
          <a:prstGeom prst="rect">
            <a:avLst/>
          </a:prstGeom>
        </p:spPr>
      </p:pic>
      <p:sp>
        <p:nvSpPr>
          <p:cNvPr id="17413" name="Corrected dataset strategy background">
            <a:extLst>
              <a:ext uri="{FF2B5EF4-FFF2-40B4-BE49-F238E27FC236}">
                <a16:creationId xmlns:a16="http://schemas.microsoft.com/office/drawing/2014/main" id="{D48D78E1-F539-4EAA-AF38-40A8D8FFC065}"/>
              </a:ext>
            </a:extLst>
          </p:cNvPr>
          <p:cNvSpPr>
            <a:spLocks noGrp="1"/>
          </p:cNvSpPr>
          <p:nvPr/>
        </p:nvSpPr>
        <p:spPr>
          <a:xfrm>
            <a:off x="7715250" y="2143125"/>
            <a:ext cx="2381250" cy="781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414" name="Corrected dataset strategy text">
            <a:extLst>
              <a:ext uri="{FF2B5EF4-FFF2-40B4-BE49-F238E27FC236}">
                <a16:creationId xmlns:a16="http://schemas.microsoft.com/office/drawing/2014/main" id="{83C2DEE4-5F61-492B-9059-8A8D2E4E2E5E}"/>
              </a:ext>
            </a:extLst>
          </p:cNvPr>
          <p:cNvSpPr>
            <a:spLocks noGrp="1"/>
          </p:cNvSpPr>
          <p:nvPr/>
        </p:nvSpPr>
        <p:spPr>
          <a:xfrm>
            <a:off x="7791450" y="2171700"/>
            <a:ext cx="23812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000"/>
          </a:bodyPr>
          <a:lstStyle/>
          <a:p>
            <a:pPr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publicly available datasets such as HAM10000 and a Diabetic Retinopathy dataset, along with data augmentation.</a:t>
            </a:r>
          </a:p>
        </p:txBody>
      </p:sp>
      <p:sp>
        <p:nvSpPr>
          <p:cNvPr id="17415" name="Dataset label cleanup">
            <a:extLst>
              <a:ext uri="{FF2B5EF4-FFF2-40B4-BE49-F238E27FC236}">
                <a16:creationId xmlns:a16="http://schemas.microsoft.com/office/drawing/2014/main" id="{38AEA53D-C5F2-46AD-9922-CE1E1EF36267}"/>
              </a:ext>
            </a:extLst>
          </p:cNvPr>
          <p:cNvSpPr>
            <a:spLocks noGrp="1"/>
          </p:cNvSpPr>
          <p:nvPr/>
        </p:nvSpPr>
        <p:spPr>
          <a:xfrm>
            <a:off x="10115550" y="1885950"/>
            <a:ext cx="1924050" cy="10096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416" name="HAM10000 dataset tile">
            <a:extLst>
              <a:ext uri="{FF2B5EF4-FFF2-40B4-BE49-F238E27FC236}">
                <a16:creationId xmlns:a16="http://schemas.microsoft.com/office/drawing/2014/main" id="{4664FF1C-5BB9-41CE-996A-60FEF49F2C8B}"/>
              </a:ext>
            </a:extLst>
          </p:cNvPr>
          <p:cNvSpPr>
            <a:spLocks noGrp="1"/>
          </p:cNvSpPr>
          <p:nvPr/>
        </p:nvSpPr>
        <p:spPr>
          <a:xfrm>
            <a:off x="10287000" y="1952625"/>
            <a:ext cx="666750" cy="419100"/>
          </a:xfrm>
          <a:prstGeom prst="roundRect">
            <a:avLst>
              <a:gd name="adj" fmla="val 15909"/>
            </a:avLst>
          </a:prstGeom>
          <a:solidFill>
            <a:srgbClr val="E3C6B6"/>
          </a:solidFill>
          <a:ln w="0">
            <a:noFill/>
          </a:ln>
        </p:spPr>
      </p:sp>
      <p:sp>
        <p:nvSpPr>
          <p:cNvPr id="17417" name="HAM10000 dataset label">
            <a:extLst>
              <a:ext uri="{FF2B5EF4-FFF2-40B4-BE49-F238E27FC236}">
                <a16:creationId xmlns:a16="http://schemas.microsoft.com/office/drawing/2014/main" id="{732AA0B2-13A0-4CF6-8AE7-4E6CD8BF9F1D}"/>
              </a:ext>
            </a:extLst>
          </p:cNvPr>
          <p:cNvSpPr>
            <a:spLocks noGrp="1"/>
          </p:cNvSpPr>
          <p:nvPr/>
        </p:nvSpPr>
        <p:spPr>
          <a:xfrm>
            <a:off x="10248900" y="2400300"/>
            <a:ext cx="7429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8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HAM10000</a:t>
            </a:r>
          </a:p>
        </p:txBody>
      </p:sp>
      <p:sp>
        <p:nvSpPr>
          <p:cNvPr id="17418" name="Diabetic Retinopathy&#10;dataset dataset tile">
            <a:extLst>
              <a:ext uri="{FF2B5EF4-FFF2-40B4-BE49-F238E27FC236}">
                <a16:creationId xmlns:a16="http://schemas.microsoft.com/office/drawing/2014/main" id="{FA9DA80C-4F8C-4828-AB76-ED9B1C25892D}"/>
              </a:ext>
            </a:extLst>
          </p:cNvPr>
          <p:cNvSpPr>
            <a:spLocks noGrp="1"/>
          </p:cNvSpPr>
          <p:nvPr/>
        </p:nvSpPr>
        <p:spPr>
          <a:xfrm>
            <a:off x="11144250" y="1952625"/>
            <a:ext cx="723900" cy="419100"/>
          </a:xfrm>
          <a:prstGeom prst="roundRect">
            <a:avLst>
              <a:gd name="adj" fmla="val 15909"/>
            </a:avLst>
          </a:prstGeom>
          <a:solidFill>
            <a:srgbClr val="E3C6B6"/>
          </a:solidFill>
          <a:ln w="0">
            <a:noFill/>
          </a:ln>
        </p:spPr>
      </p:sp>
      <p:sp>
        <p:nvSpPr>
          <p:cNvPr id="17419" name="Diabetic Retinopathy&#10;dataset dataset label">
            <a:extLst>
              <a:ext uri="{FF2B5EF4-FFF2-40B4-BE49-F238E27FC236}">
                <a16:creationId xmlns:a16="http://schemas.microsoft.com/office/drawing/2014/main" id="{EC733881-ACBD-40B6-9C1D-0A5541B95D0E}"/>
              </a:ext>
            </a:extLst>
          </p:cNvPr>
          <p:cNvSpPr>
            <a:spLocks noGrp="1"/>
          </p:cNvSpPr>
          <p:nvPr/>
        </p:nvSpPr>
        <p:spPr>
          <a:xfrm>
            <a:off x="11106150" y="2400300"/>
            <a:ext cx="8001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654"/>
          </a:bodyPr>
          <a:lstStyle/>
          <a:p>
            <a:pPr>
              <a:defRPr sz="6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Diabetic Retinopathy</a:t>
            </a:r>
          </a:p>
          <a:p>
            <a:pPr>
              <a:defRPr sz="6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C526D5-676E-BFF5-6DD5-206B2C71C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72342"/>
            <a:ext cx="121920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83E85A7-8867-92B1-CB14-50DFA89F0C3E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703053A5-18EC-B12A-FCCF-CF1D119F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-47625"/>
            <a:ext cx="9345168" cy="1143000"/>
          </a:xfrm>
        </p:spPr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PROTOTYPE UI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EA6B4-5812-C701-DED8-8A13C746D4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E5B3003-2C54-13C6-9832-7637201064DE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0DBE6D-758A-30EA-0555-4BD528730E5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</a:t>
            </a:r>
            <a:r>
              <a:rPr>
                <a:solidFill>
                  <a:prstClr val="white"/>
                </a:solidFill>
              </a:rPr>
              <a:t>eam 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2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-2"/>
            <a:ext cx="2249850" cy="1062337"/>
          </a:xfrm>
          <a:prstGeom prst="rect">
            <a:avLst/>
          </a:prstGeom>
        </p:spPr>
      </p:pic>
      <p:pic>
        <p:nvPicPr>
          <p:cNvPr id="1742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00" y="-2"/>
            <a:ext cx="901860" cy="7715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8AA203-101B-4074-9D4A-2A8002A05D82}"/>
              </a:ext>
            </a:extLst>
          </p:cNvPr>
          <p:cNvSpPr>
            <a:spLocks noGrp="1"/>
          </p:cNvSpPr>
          <p:nvPr/>
        </p:nvSpPr>
        <p:spPr>
          <a:xfrm>
            <a:off x="223520" y="5975475"/>
            <a:ext cx="4135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GitHub: </a:t>
            </a:r>
            <a:r>
              <a:rPr sz="1600">
                <a:hlinkClick r:id="rId5"/>
              </a:rPr>
              <a:t>https://github.com/7pavana/SIH-AlgoX </a:t>
            </a:r>
            <a:endParaRPr sz="1600"/>
          </a:p>
        </p:txBody>
      </p:sp>
      <p:pic>
        <p:nvPicPr>
          <p:cNvPr id="17427" name="Picture 1742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478489" y="3587132"/>
            <a:ext cx="3945431" cy="2488939"/>
          </a:xfrm>
          <a:prstGeom prst="rect">
            <a:avLst/>
          </a:prstGeom>
        </p:spPr>
      </p:pic>
      <p:pic>
        <p:nvPicPr>
          <p:cNvPr id="17428" name="Picture 174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47650" y="0"/>
            <a:ext cx="771525" cy="7715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ABBD67-F6E3-B7F3-2BCF-F3477B8A51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8603" y="1229982"/>
            <a:ext cx="4162169" cy="2143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70B355-AE9E-78C4-7A52-B3B335FF76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8489" y="1169783"/>
            <a:ext cx="4610953" cy="23429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AF9033-7940-87F7-79E8-0E58780EF6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8602" y="3602728"/>
            <a:ext cx="4162169" cy="214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26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83E85A7-8867-92B1-CB14-50DFA89F0C3E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703053A5-18EC-B12A-FCCF-CF1D119F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-47625"/>
            <a:ext cx="9345168" cy="1143000"/>
          </a:xfrm>
        </p:spPr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RESULTS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EA6B4-5812-C701-DED8-8A13C746D4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C630A04-5A25-9E0C-9436-126091DB86B3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0DBE6D-758A-30EA-0555-4BD528730E5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</a:t>
            </a:r>
            <a:r>
              <a:rPr>
                <a:solidFill>
                  <a:prstClr val="white"/>
                </a:solidFill>
              </a:rPr>
              <a:t>eam 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8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-2"/>
            <a:ext cx="2249850" cy="1062337"/>
          </a:xfrm>
          <a:prstGeom prst="rect">
            <a:avLst/>
          </a:prstGeom>
        </p:spPr>
      </p:pic>
      <p:pic>
        <p:nvPicPr>
          <p:cNvPr id="17419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00" y="-2"/>
            <a:ext cx="901860" cy="771525"/>
          </a:xfrm>
          <a:prstGeom prst="rect">
            <a:avLst/>
          </a:prstGeom>
        </p:spPr>
      </p:pic>
      <p:pic>
        <p:nvPicPr>
          <p:cNvPr id="17421" name="Picture 1742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38875" y="1281802"/>
            <a:ext cx="5629275" cy="45420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F75261-F06D-4D80-93E9-19BC19EC81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1" y="1075295"/>
            <a:ext cx="5629275" cy="495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26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AE870B7E-148F-41EA-B16F-6D713658E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0738D-36C5-4E7A-9C76-0D89CA4BFF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3D7D1C8-AE23-AA48-DF65-C742588DBE4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7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20E7F42-9C0A-4A02-84A4-4E17461AA5A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Team 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7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8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00" y="-2"/>
            <a:ext cx="901860" cy="771525"/>
          </a:xfrm>
          <a:prstGeom prst="rect">
            <a:avLst/>
          </a:prstGeom>
        </p:spPr>
      </p:pic>
      <p:pic>
        <p:nvPicPr>
          <p:cNvPr id="17419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9" y="1142998"/>
            <a:ext cx="12185522" cy="518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CEB72CE9-AA6E-49B6-99E2-2E5A43D05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D5E35-E154-4A4C-B800-A06B1FF5C8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A58DA2A-B818-18A9-29C1-B697728D5BCE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8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A8FAC7C-CA4D-4042-91A5-7CF34BAA046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</a:t>
            </a:r>
            <a:r>
              <a:rPr>
                <a:solidFill>
                  <a:prstClr val="white"/>
                </a:solidFill>
              </a:rPr>
              <a:t>Team 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34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35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00" y="-2"/>
            <a:ext cx="901860" cy="771525"/>
          </a:xfrm>
          <a:prstGeom prst="rect">
            <a:avLst/>
          </a:prstGeom>
        </p:spPr>
      </p:pic>
      <p:pic>
        <p:nvPicPr>
          <p:cNvPr id="17436" name="Picture 7"/>
          <p:cNvPicPr>
            <a:picLocks noChangeAspect="1"/>
          </p:cNvPicPr>
          <p:nvPr/>
        </p:nvPicPr>
        <p:blipFill>
          <a:blip r:embed="rId5"/>
          <a:srcRect t="14799" b="4815"/>
          <a:stretch>
            <a:fillRect/>
          </a:stretch>
        </p:blipFill>
        <p:spPr>
          <a:xfrm>
            <a:off x="0" y="1149790"/>
            <a:ext cx="12192000" cy="5204971"/>
          </a:xfrm>
          <a:prstGeom prst="rect">
            <a:avLst/>
          </a:prstGeom>
        </p:spPr>
      </p:pic>
      <p:pic>
        <p:nvPicPr>
          <p:cNvPr id="17437" name="Ink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1760" y="1040200"/>
            <a:ext cx="108000" cy="216000"/>
          </a:xfrm>
          <a:prstGeom prst="rect">
            <a:avLst/>
          </a:prstGeom>
        </p:spPr>
      </p:pic>
      <p:pic>
        <p:nvPicPr>
          <p:cNvPr id="17438" name="Ink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1760" y="1029400"/>
            <a:ext cx="242640" cy="226440"/>
          </a:xfrm>
          <a:prstGeom prst="rect">
            <a:avLst/>
          </a:prstGeom>
        </p:spPr>
      </p:pic>
      <p:pic>
        <p:nvPicPr>
          <p:cNvPr id="17439" name="Ink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5200" y="1029760"/>
            <a:ext cx="337680" cy="257040"/>
          </a:xfrm>
          <a:prstGeom prst="rect">
            <a:avLst/>
          </a:prstGeom>
        </p:spPr>
      </p:pic>
      <p:pic>
        <p:nvPicPr>
          <p:cNvPr id="17440" name="Ink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800" y="481120"/>
            <a:ext cx="108000" cy="216000"/>
          </a:xfrm>
          <a:prstGeom prst="rect">
            <a:avLst/>
          </a:prstGeom>
        </p:spPr>
      </p:pic>
      <p:pic>
        <p:nvPicPr>
          <p:cNvPr id="17441" name="Ink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0800" y="480760"/>
            <a:ext cx="350280" cy="247680"/>
          </a:xfrm>
          <a:prstGeom prst="rect">
            <a:avLst/>
          </a:prstGeom>
        </p:spPr>
      </p:pic>
      <p:pic>
        <p:nvPicPr>
          <p:cNvPr id="17442" name="Ink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6600" y="388960"/>
            <a:ext cx="718920" cy="338760"/>
          </a:xfrm>
          <a:prstGeom prst="rect">
            <a:avLst/>
          </a:prstGeom>
        </p:spPr>
      </p:pic>
      <p:pic>
        <p:nvPicPr>
          <p:cNvPr id="17443" name="Ink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86520" y="917440"/>
            <a:ext cx="180000" cy="360000"/>
          </a:xfrm>
          <a:prstGeom prst="rect">
            <a:avLst/>
          </a:prstGeom>
        </p:spPr>
      </p:pic>
      <p:pic>
        <p:nvPicPr>
          <p:cNvPr id="17444" name="Ink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86520" y="917440"/>
            <a:ext cx="180000" cy="360000"/>
          </a:xfrm>
          <a:prstGeom prst="rect">
            <a:avLst/>
          </a:prstGeom>
        </p:spPr>
      </p:pic>
      <p:pic>
        <p:nvPicPr>
          <p:cNvPr id="17445" name="Ink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86520" y="917440"/>
            <a:ext cx="180000" cy="360000"/>
          </a:xfrm>
          <a:prstGeom prst="rect">
            <a:avLst/>
          </a:prstGeom>
        </p:spPr>
      </p:pic>
      <p:pic>
        <p:nvPicPr>
          <p:cNvPr id="17446" name="Ink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98680" y="896200"/>
            <a:ext cx="694440" cy="432360"/>
          </a:xfrm>
          <a:prstGeom prst="rect">
            <a:avLst/>
          </a:prstGeom>
        </p:spPr>
      </p:pic>
      <p:pic>
        <p:nvPicPr>
          <p:cNvPr id="17447" name="Ink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97720" y="907720"/>
            <a:ext cx="630000" cy="431280"/>
          </a:xfrm>
          <a:prstGeom prst="rect">
            <a:avLst/>
          </a:prstGeom>
        </p:spPr>
      </p:pic>
      <p:pic>
        <p:nvPicPr>
          <p:cNvPr id="17448" name="Ink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61980" y="1125880"/>
            <a:ext cx="249120" cy="184320"/>
          </a:xfrm>
          <a:prstGeom prst="rect">
            <a:avLst/>
          </a:prstGeom>
        </p:spPr>
      </p:pic>
      <p:pic>
        <p:nvPicPr>
          <p:cNvPr id="17449" name="Ink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403258">
            <a:off x="11198570" y="1119698"/>
            <a:ext cx="237779" cy="99480"/>
          </a:xfrm>
          <a:prstGeom prst="rect">
            <a:avLst/>
          </a:prstGeom>
        </p:spPr>
      </p:pic>
      <p:pic>
        <p:nvPicPr>
          <p:cNvPr id="17450" name="Ink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-1120040">
            <a:off x="11265144" y="994165"/>
            <a:ext cx="320631" cy="324269"/>
          </a:xfrm>
          <a:prstGeom prst="rect">
            <a:avLst/>
          </a:prstGeom>
        </p:spPr>
      </p:pic>
      <p:pic>
        <p:nvPicPr>
          <p:cNvPr id="17451" name="Ink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299000">
            <a:off x="11397301" y="1112124"/>
            <a:ext cx="212558" cy="121831"/>
          </a:xfrm>
          <a:prstGeom prst="rect">
            <a:avLst/>
          </a:prstGeom>
        </p:spPr>
      </p:pic>
      <p:pic>
        <p:nvPicPr>
          <p:cNvPr id="17452" name="Ink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69100" y="1108600"/>
            <a:ext cx="127080" cy="101160"/>
          </a:xfrm>
          <a:prstGeom prst="rect">
            <a:avLst/>
          </a:prstGeom>
        </p:spPr>
      </p:pic>
      <p:pic>
        <p:nvPicPr>
          <p:cNvPr id="17453" name="Ink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580620" y="866320"/>
            <a:ext cx="379440" cy="35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DocSecurity>0</DocSecurity>
  <PresentationFormat>Widescreen</PresentationFormat>
  <Paragraphs>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MedQure  Proposed Solution </vt:lpstr>
      <vt:lpstr>TECHNICAL APPROACH</vt:lpstr>
      <vt:lpstr>FEASIBILITY AND VIABILITY</vt:lpstr>
      <vt:lpstr>PROTOTYPE UI</vt:lpstr>
      <vt:lpstr>RESULTS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Pavana HG</cp:lastModifiedBy>
  <cp:revision>1</cp:revision>
  <dcterms:created xsi:type="dcterms:W3CDTF">2026-09-28T12:49:51Z</dcterms:created>
  <dcterms:modified xsi:type="dcterms:W3CDTF">2026-09-28T13:22:23Z</dcterms:modified>
</cp:coreProperties>
</file>